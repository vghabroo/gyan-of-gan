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layfair Display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Oswa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fairDisplay-bold.fntdata"/><Relationship Id="rId21" Type="http://schemas.openxmlformats.org/officeDocument/2006/relationships/font" Target="fonts/PlayfairDisplay-regular.fntdata"/><Relationship Id="rId24" Type="http://schemas.openxmlformats.org/officeDocument/2006/relationships/font" Target="fonts/PlayfairDisplay-boldItalic.fntdata"/><Relationship Id="rId23" Type="http://schemas.openxmlformats.org/officeDocument/2006/relationships/font" Target="fonts/PlayfairDispl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f5b7affbb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f5b7affb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f49a097d4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f49a097d4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128b2f082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128b2f082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128b2f08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128b2f08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5b7affbb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5b7affbb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f48b0c0c10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f48b0c0c1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f48b0c0c10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f48b0c0c1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132f4ae9b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132f4ae9b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f5b7affbb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f5b7affbb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f48b0c0c1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f48b0c0c1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f5b7affbb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f5b7affbb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132f4ae9b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132f4ae9b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132f4ae9b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132f4ae9b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f49a097d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f49a097d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620"/>
              <a:t>Deep learning using GAN {</a:t>
            </a:r>
            <a:r>
              <a:rPr i="1" lang="en" sz="5620"/>
              <a:t>Gyan of GAN</a:t>
            </a:r>
            <a:r>
              <a:rPr lang="en" sz="5620"/>
              <a:t>}</a:t>
            </a:r>
            <a:endParaRPr sz="562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By </a:t>
            </a:r>
            <a:r>
              <a:rPr lang="en" sz="1800"/>
              <a:t>Vishakha Ghabroo </a:t>
            </a:r>
            <a:r>
              <a:rPr lang="en" sz="1800"/>
              <a:t>and </a:t>
            </a:r>
            <a:r>
              <a:rPr lang="en" sz="1800"/>
              <a:t>Srikari Rallabandi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this project -- we intend to understand, train, and implement a GAN on MNIST (</a:t>
            </a:r>
            <a:r>
              <a:rPr lang="en"/>
              <a:t>handwritten</a:t>
            </a:r>
            <a:r>
              <a:rPr lang="en"/>
              <a:t> digits dataset) to generate digit images that look like </a:t>
            </a:r>
            <a:r>
              <a:rPr lang="en"/>
              <a:t>handwritten</a:t>
            </a:r>
            <a:r>
              <a:rPr lang="en"/>
              <a:t> digit images from MNIST, which could be used to train other neural networks.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360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GAN?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0" y="998800"/>
            <a:ext cx="9144000" cy="3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241" lvl="0" marL="457200" rtl="0" algn="l">
              <a:spcBef>
                <a:spcPts val="1200"/>
              </a:spcBef>
              <a:spcAft>
                <a:spcPts val="0"/>
              </a:spcAft>
              <a:buSzPts val="1648"/>
              <a:buChar char="●"/>
            </a:pPr>
            <a:r>
              <a:rPr lang="en" sz="1747"/>
              <a:t>Two competing neural networks in a zero-sum game framework.</a:t>
            </a:r>
            <a:r>
              <a:rPr lang="en" sz="1647"/>
              <a:t> </a:t>
            </a:r>
            <a:br>
              <a:rPr lang="en" sz="1647"/>
            </a:br>
            <a:br>
              <a:rPr lang="en" sz="1647"/>
            </a:br>
            <a:endParaRPr sz="1647"/>
          </a:p>
          <a:p>
            <a:pPr indent="-333241" lvl="0" marL="457200" rtl="0" algn="l">
              <a:spcBef>
                <a:spcPts val="0"/>
              </a:spcBef>
              <a:spcAft>
                <a:spcPts val="0"/>
              </a:spcAft>
              <a:buSzPts val="1648"/>
              <a:buChar char="●"/>
            </a:pPr>
            <a:r>
              <a:rPr lang="en" sz="1747"/>
              <a:t>What can it be trained to do?</a:t>
            </a:r>
            <a:endParaRPr sz="164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19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7024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648"/>
              <a:t>1.Components:</a:t>
            </a:r>
            <a:endParaRPr b="1" sz="1648"/>
          </a:p>
          <a:p>
            <a:pPr indent="-333279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48"/>
              <a:buFont typeface="Playfair Display"/>
              <a:buChar char="●"/>
            </a:pPr>
            <a:r>
              <a:rPr lang="en" sz="1648"/>
              <a:t>Generator network</a:t>
            </a:r>
            <a:endParaRPr sz="1648"/>
          </a:p>
          <a:p>
            <a:pPr indent="-33315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47"/>
              <a:buFont typeface="Playfair Display"/>
              <a:buChar char="●"/>
            </a:pPr>
            <a:r>
              <a:rPr lang="en" sz="1646"/>
              <a:t>Discriminator network</a:t>
            </a:r>
            <a:endParaRPr sz="1646"/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600"/>
              <a:t>2.Training: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Playfair Display"/>
              <a:buChar char="●"/>
            </a:pPr>
            <a:r>
              <a:rPr lang="en" sz="1600"/>
              <a:t>The generator – fool the discriminator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layfair Display"/>
              <a:buChar char="●"/>
            </a:pPr>
            <a:r>
              <a:rPr lang="en" sz="1600"/>
              <a:t>discriminator – correctly identify real and fake data.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188050" y="4674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highlight>
                  <a:srgbClr val="FFFF00"/>
                </a:highlight>
                <a:latin typeface="Oswald"/>
                <a:ea typeface="Oswald"/>
                <a:cs typeface="Oswald"/>
                <a:sym typeface="Oswald"/>
              </a:rPr>
              <a:t>APPLICATIONS OF GAN</a:t>
            </a:r>
            <a:endParaRPr b="1" sz="1700">
              <a:highlight>
                <a:srgbClr val="FFFF00"/>
              </a:highlight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Playfair Display"/>
              <a:buChar char="●"/>
            </a:pPr>
            <a:r>
              <a:rPr lang="en"/>
              <a:t>Image synthesis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Char char="●"/>
            </a:pPr>
            <a:r>
              <a:rPr lang="en"/>
              <a:t>Text-to-Image synthesis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Char char="●"/>
            </a:pPr>
            <a:r>
              <a:rPr lang="en"/>
              <a:t>Image-to-Image translation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Char char="●"/>
            </a:pPr>
            <a:r>
              <a:rPr lang="en"/>
              <a:t>Anomaly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Char char="●"/>
            </a:pPr>
            <a:r>
              <a:rPr lang="en"/>
              <a:t>Data augmentation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IMPLEMENTATION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800"/>
              </a:spcBef>
              <a:spcAft>
                <a:spcPts val="0"/>
              </a:spcAft>
              <a:buSzPts val="1800"/>
              <a:buChar char="❏"/>
            </a:pPr>
            <a:r>
              <a:rPr lang="en" sz="1700"/>
              <a:t>MNIST (database)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Generator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Discriminator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GAN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Training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Testing the Generator</a:t>
            </a:r>
            <a:endParaRPr sz="1700"/>
          </a:p>
          <a:p>
            <a:pPr indent="0" lvl="0" marL="457200" rtl="0" algn="l"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GENERATOR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 flipH="1" rot="10800000">
            <a:off x="165475" y="999725"/>
            <a:ext cx="5599200" cy="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00" y="959500"/>
            <a:ext cx="8815801" cy="182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3363" y="2894250"/>
            <a:ext cx="7642466" cy="205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DISCRIMINATOR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 rot="10800000">
            <a:off x="3086100" y="1630225"/>
            <a:ext cx="582300" cy="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3350"/>
            <a:ext cx="4356700" cy="108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63350"/>
            <a:ext cx="4571999" cy="10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3750" y="2571750"/>
            <a:ext cx="7692099" cy="212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134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0225"/>
            <a:ext cx="9144000" cy="431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GAN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Preprocessing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Deprocessing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Labels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Label Smoothing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Training Loop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Stabilizing GAN</a:t>
            </a:r>
            <a:endParaRPr sz="17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231888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 as a optimizer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630800" y="689150"/>
            <a:ext cx="8201400" cy="8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What is adam?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Why do we use it?</a:t>
            </a:r>
            <a:endParaRPr sz="1700"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0575" y="1322250"/>
            <a:ext cx="4996200" cy="37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 USED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Keras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Adam {as optimizer – keras.optimizers}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700"/>
              <a:t>LeakyReLU, </a:t>
            </a:r>
            <a:endParaRPr sz="17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700"/>
              <a:t>BatchNormalization</a:t>
            </a:r>
            <a:endParaRPr sz="2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Matplotlib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Sklearn.model_selection (train_test_split)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numpy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AND OUTPUT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4784425" y="2329125"/>
            <a:ext cx="126000" cy="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450" y="1382088"/>
            <a:ext cx="3911000" cy="312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350" y="1387088"/>
            <a:ext cx="3911000" cy="311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 AND WHAT WE LEARNED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DCGAN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GAN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Implementing GAN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Understanding (and appreciating) the procedure – (the effect of ‘epoch’)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GAN’s impact in various fields – FinTech, entertainment etc.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450" y="529125"/>
            <a:ext cx="5243100" cy="408525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